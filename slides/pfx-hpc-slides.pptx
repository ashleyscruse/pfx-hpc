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In the next hour you'll write Python and run it on a real supercomputer. No experience needed. Get them curious, not intimidated.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core of the talk. Slow down here. The point is belonging: this powerful thing is for them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numbers land. The last line is the comparison that makes it real for a 17-year-old.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one or two examples that will excite this particular room. These are all documented real uses of Frontera.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 the notebook's parallel demo pays off. Keep it to one sentence: many cores, at the same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code line: that's the first thing they'll actually run. Say it out loud as a promise, not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It's fast-paced and hands-on. Reassure: you'll do it together, cell by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the reveal in the notebook's first cell (hostname). Tell them to watch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stakes. The biggest blocker for beginners is fear of breaking something. Say explicitly: you can't.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belonging message, then switch to the browser and open TAP together. This is the transition into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25880" y="7132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PFX  PRE-FRESHMAN  PROGRAM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to Python</a:t>
            </a:r>
            <a:endParaRPr lang="en-US" sz="60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Supercomputing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real code that runs on Frontera, one of the fastest computers on Earth.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Morehouse College  ·  Center for Broadening Participation in Computing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A0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now, you're about to log into one of the fastest computers on Earth.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4389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lab down the hall. A national research supercomputer in Austin, Texas, that scientists compete for time on. Today, you get to use it.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FRONTERA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machine built for problems too big for any laptop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8,368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nodes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7472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468,000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1188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cores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4652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U.S. academic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supercomputer at launch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0" y="2286000"/>
            <a:ext cx="2514600" cy="2514600"/>
          </a:xfrm>
          <a:prstGeom prst="rect">
            <a:avLst/>
          </a:prstGeom>
          <a:solidFill>
            <a:srgbClr val="EFEDEA"/>
          </a:solidFill>
          <a:ln w="12700">
            <a:solidFill>
              <a:srgbClr val="EFED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56032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81160" y="3703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funded, for open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research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laptop has maybe 4 to 10 cores. Frontera has almost half a million.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SCIENCE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researchers actually run on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hurricanes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and forecast models that help coastal cities decide when to evacuate.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Fighting disease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95160" y="272491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how proteins fold and how drug and vaccine molecules fit together.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Studying black holes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colliding black holes and the gravitational waves they send across the universe.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548640" cy="548640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9516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the cosmos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487375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Astrophysics simulations of how galaxies and the early universe formed.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workers, at the same time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0" y="2651760"/>
            <a:ext cx="1280160" cy="1280160"/>
          </a:xfrm>
          <a:prstGeom prst="ellipse">
            <a:avLst/>
          </a:prstGeom>
          <a:solidFill>
            <a:srgbClr val="6E6E70"/>
          </a:solidFill>
          <a:ln w="12700">
            <a:solidFill>
              <a:srgbClr val="6E6E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0" y="2926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28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cores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73952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04304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34656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2651760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04304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34656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65008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3182112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04304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34656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65008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0" y="3712464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73952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04304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34656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5008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95360" y="4242816"/>
            <a:ext cx="384048" cy="384048"/>
          </a:xfrm>
          <a:prstGeom prst="ellipse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4800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work and finish together, far faster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high-performance computing (HPC). You'll feel the speed difference yourself in a few minutes.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almost like plain English, so you can learn it fast.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4340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 in science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1772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language for data, AI, biology, physics, and more.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383280" cy="2331720"/>
          </a:xfrm>
          <a:prstGeom prst="rect">
            <a:avLst/>
          </a:prstGeom>
          <a:solidFill>
            <a:srgbClr val="840028"/>
          </a:solidFill>
          <a:ln w="12700">
            <a:solidFill>
              <a:srgbClr val="8400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Powerful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language runs on your laptop and on Frontera.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400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print("Hello, Frontera")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HOUR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do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26771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where you are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6751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line of code and see the supercomputer answer back.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3192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core Python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75120" y="33375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math, text, lists, loops, decisions, and functions.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3708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many cores at once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75120" y="43891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task the slow way, then the fast way, and time the difference.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440680"/>
            <a:ext cx="640080" cy="640080"/>
          </a:xfrm>
          <a:prstGeom prst="ellipse">
            <a:avLst/>
          </a:prstGeom>
          <a:solidFill>
            <a:srgbClr val="C1A231"/>
          </a:solidFill>
          <a:ln w="12700">
            <a:solidFill>
              <a:srgbClr val="C1A2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42239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ideas of HPC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667512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Nodes, files, and how big jobs get scheduled.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won't watch a demo.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be on the machine.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 TACC Analysis Portal (TAP) to open a Jupyter notebook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on a Frontera compute node, right in your web browser.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881360" cy="1280160"/>
          </a:xfrm>
          <a:prstGeom prst="rect">
            <a:avLst/>
          </a:prstGeom>
          <a:solidFill>
            <a:srgbClr val="5A001C"/>
          </a:solidFill>
          <a:ln w="19050">
            <a:solidFill>
              <a:srgbClr val="C1A2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8006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that opens is a real job running on Frontera. When it prints the computer's name, that machine is physically in Austin, Texas, and you're using 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1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notebook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EFEDEA"/>
          </a:solidFill>
          <a:ln w="19050">
            <a:solidFill>
              <a:srgbClr val="8400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4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+ Enter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cell you're 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2160" y="22860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cells in order, top to bottom.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values. Make them yours.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breaks, just re-run it. Nothing you do can harm the computer.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the moment you're stuck.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40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things and fixing them is how you learn to code.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185855" y="6217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400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ellipse">
            <a:avLst/>
          </a:prstGeom>
          <a:ln w="38100">
            <a:solidFill>
              <a:srgbClr val="C1A2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get you on the supercomputer.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749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1A2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about to do, running code across many cores on Frontera, is exactly what computational scientists do every day. You belong in that room.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notebook, and slides:  ashleyscruse.github.io/pfx-hpc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2026-07-21T03:26:44Z</dcterms:created>
  <dcterms:modified xsi:type="dcterms:W3CDTF">2026-07-21T03:26:44Z</dcterms:modified>
</cp:coreProperties>
</file>