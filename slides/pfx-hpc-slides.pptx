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 the next hour you'll write Python and run it on a real supercomputer. No experience needed. Get them curious, not intimidated.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core of the talk. Slow down here. The point is access and belonging, not speed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 to the specs, and lead with scale: one node, thousands of nodes, 250 reserved for this room. No laptop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one or two examples that will excite this particular room. These are all documented real uses of Frontera.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 the notebook's parallel demo pays off. Keep it to one sentence: many cores, at the same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code line: that's the first thing they'll actually run. Say it out loud as a promise, not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It's fast-paced and hands-on. Reassure: you'll do it together, cell by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the reveal in the notebook's first cell (hostname). Tell them to watch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stakes. The biggest blocker for beginners is fear of breaking something. Say explicitly: you can't.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belonging message, then switch to the browser and open TAP together. This is the transition into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25880" y="7132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PFX  PRE-FRESHMAN  PROGRAM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Unlocking What's Possible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Data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 Computing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800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hour writing Python on Frontera, a research supercomputer at TACC.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Morehouse College  ·  Center for Broadening Participation in Computing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A0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get time on a research supercomputer.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4389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Frontera is a shared research system at the Texas Advanced Computing Center in Austin, Texas. Researchers apply for time on it. This morning, it's yours.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FRONTERA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Frontera by the numbers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8,368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nodes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7472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1188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per node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468,608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4652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cores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total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GB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8116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per node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node has 56 cores. Frontera has 8,368 of them, and 250 are reserved just for this workshop.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researchers actually run on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Hurricanes and weather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and weather models that simulate how hurricanes form and move.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Fighting disease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9516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how proteins fold and how drug and vaccine molecules fit together.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Studying black holes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colliding black holes and the gravitational waves they send across the universe.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9516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the cosmos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Astrophysics simulations of how galaxies and the early universe formed.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workers, at the same time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2651760"/>
            <a:ext cx="1280160" cy="1280160"/>
          </a:xfrm>
          <a:prstGeom prst="ellipse">
            <a:avLst/>
          </a:prstGeom>
          <a:solidFill>
            <a:srgbClr val="6E6E70"/>
          </a:solidFill>
          <a:ln w="12700">
            <a:solidFill>
              <a:srgbClr val="6E6E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2926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28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cores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04304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34656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04304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34656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5008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04304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65008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73952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04304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34656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5008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9536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4800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work and finish together, far faster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high-performance computing (HPC). You'll feel the speed difference yourself in a few minutes.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almost like plain English, so you can learn it fast.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4340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 in science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1772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language for data, AI, biology, physics, and more.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Powerful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language runs on your laptop and on Frontera.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0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Frontera")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HOUR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26771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where you are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6751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line of code and see the supercomputer answer back.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3192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core Python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75120" y="3337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math, text, lists, loops, decisions, and functions.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3708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many cores at once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75120" y="43891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task the slow way, then the fast way, and time the difference.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42239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ideas of HPC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67512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files, and how big jobs get scheduled.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won't watch a demo.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be on the machine.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 TACC Analysis Portal (TAP) to open a Jupyter notebook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on a Frontera compute node, right in your web browser.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881360" cy="1280160"/>
          </a:xfrm>
          <a:prstGeom prst="rect">
            <a:avLst/>
          </a:prstGeom>
          <a:solidFill>
            <a:srgbClr val="5A001C"/>
          </a:solidFill>
          <a:ln w="19050">
            <a:solidFill>
              <a:srgbClr val="C1A2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8006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that opens is a real job running on Frontera. When it prints the computer's name, that machine is physically in Austin, Texas, and you're using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notebook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EFEDEA"/>
          </a:solidFill>
          <a:ln w="1905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+ Enter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cell you're 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2160" y="22860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cells in order, top to bottom.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values. Make them yours.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just re-run it. Nothing you do can harm the computer.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the moment you're stuck.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40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things and fixing them is how you learn to code.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 on the supercomputer.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about to do, running code across many cores on Frontera, is the same kind of work computational scientists do. You belong in that room.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notebook, and slides:  ashleyscruse.github.io/pfx-hpc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2026-07-21T06:08:33Z</dcterms:created>
  <dcterms:modified xsi:type="dcterms:W3CDTF">2026-07-21T06:08:33Z</dcterms:modified>
</cp:coreProperties>
</file>